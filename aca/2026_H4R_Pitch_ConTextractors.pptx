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microsoft.com/office/2020/02/relationships/classificationlabels" Target="docMetadata/LabelInfo.xml"/><Relationship Id="rId8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4"/>
    <p:sldId id="257" r:id="rId3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presProps" Target="presProps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8"/>
          <p:cNvSpPr/>
          <p:nvPr/>
        </p:nvSpPr>
        <p:spPr>
          <a:xfrm>
            <a:off x="63360" y="6642000"/>
            <a:ext cx="13838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000" b="0" u="none" strike="noStrike">
                <a:solidFill>
                  <a:srgbClr val="FFC000">
                    <a:alpha val="50000"/>
                  </a:srgbClr>
                </a:solidFill>
                <a:effectLst/>
                <a:uFillTx/>
                <a:latin typeface="Calibri"/>
              </a:rPr>
              <a:t>TLP gelb (Adressatenkreis)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Grafik 14"/>
          <p:cNvPicPr/>
          <p:nvPr/>
        </p:nvPicPr>
        <p:blipFill>
          <a:blip r:embed="rId2"/>
          <a:stretch/>
        </p:blipFill>
        <p:spPr>
          <a:xfrm>
            <a:off x="11510280" y="362880"/>
            <a:ext cx="542880" cy="77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de-DE" sz="6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de-DE" sz="6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Mastertitelformat bearbeiten</a:t>
            </a:r>
            <a:endParaRPr lang="de-DE" sz="6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46D2E9-4535-4661-A33B-6269920977CB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el und vertikal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feld 8"/>
          <p:cNvSpPr/>
          <p:nvPr/>
        </p:nvSpPr>
        <p:spPr>
          <a:xfrm>
            <a:off x="63360" y="6642000"/>
            <a:ext cx="13838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000" b="0" u="none" strike="noStrike">
                <a:solidFill>
                  <a:srgbClr val="FFC000">
                    <a:alpha val="50000"/>
                  </a:srgbClr>
                </a:solidFill>
                <a:effectLst/>
                <a:uFillTx/>
                <a:latin typeface="Calibri"/>
              </a:rPr>
              <a:t>TLP gelb (Adressatenkreis)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" name="Grafik 14"/>
          <p:cNvPicPr/>
          <p:nvPr/>
        </p:nvPicPr>
        <p:blipFill>
          <a:blip r:embed="rId2"/>
          <a:stretch/>
        </p:blipFill>
        <p:spPr>
          <a:xfrm>
            <a:off x="11510280" y="362880"/>
            <a:ext cx="542880" cy="77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4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4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Mastertitelformat bearbeiten</a:t>
            </a:r>
            <a:endParaRPr lang="de-DE" sz="44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729D9C-8C2F-40B8-9275-05BC30CE68A1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kaler Titel u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feld 8"/>
          <p:cNvSpPr/>
          <p:nvPr/>
        </p:nvSpPr>
        <p:spPr>
          <a:xfrm>
            <a:off x="63360" y="6642000"/>
            <a:ext cx="13838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000" b="0" u="none" strike="noStrike">
                <a:solidFill>
                  <a:srgbClr val="FFC000">
                    <a:alpha val="50000"/>
                  </a:srgbClr>
                </a:solidFill>
                <a:effectLst/>
                <a:uFillTx/>
                <a:latin typeface="Calibri"/>
              </a:rPr>
              <a:t>TLP gelb (Adressatenkreis)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Grafik 14"/>
          <p:cNvPicPr/>
          <p:nvPr/>
        </p:nvPicPr>
        <p:blipFill>
          <a:blip r:embed="rId2"/>
          <a:stretch/>
        </p:blipFill>
        <p:spPr>
          <a:xfrm>
            <a:off x="11510280" y="362880"/>
            <a:ext cx="542880" cy="77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4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4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Mastertitelformat bearbeiten</a:t>
            </a:r>
            <a:endParaRPr lang="de-DE" sz="44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F8D5D3-7069-4468-829E-B51C787CCF27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und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8"/>
          <p:cNvSpPr/>
          <p:nvPr/>
        </p:nvSpPr>
        <p:spPr>
          <a:xfrm>
            <a:off x="63360" y="6642000"/>
            <a:ext cx="13838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000" b="0" u="none" strike="noStrike">
                <a:solidFill>
                  <a:srgbClr val="FFC000">
                    <a:alpha val="50000"/>
                  </a:srgbClr>
                </a:solidFill>
                <a:effectLst/>
                <a:uFillTx/>
                <a:latin typeface="Calibri"/>
              </a:rPr>
              <a:t>TLP gelb (Adressatenkreis)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Grafik 14"/>
          <p:cNvPicPr/>
          <p:nvPr/>
        </p:nvPicPr>
        <p:blipFill>
          <a:blip r:embed="rId2"/>
          <a:stretch/>
        </p:blipFill>
        <p:spPr>
          <a:xfrm>
            <a:off x="11510280" y="362880"/>
            <a:ext cx="542880" cy="77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4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4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Mastertitelformat bearbeiten</a:t>
            </a:r>
            <a:endParaRPr lang="de-DE" sz="44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515025-041C-467A-80DE-1750CDC9ED48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-&#10;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8"/>
          <p:cNvSpPr/>
          <p:nvPr/>
        </p:nvSpPr>
        <p:spPr>
          <a:xfrm>
            <a:off x="63360" y="6642000"/>
            <a:ext cx="13838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000" b="0" u="none" strike="noStrike">
                <a:solidFill>
                  <a:srgbClr val="FFC000">
                    <a:alpha val="50000"/>
                  </a:srgbClr>
                </a:solidFill>
                <a:effectLst/>
                <a:uFillTx/>
                <a:latin typeface="Calibri"/>
              </a:rPr>
              <a:t>TLP gelb (Adressatenkreis)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Grafik 14"/>
          <p:cNvPicPr/>
          <p:nvPr/>
        </p:nvPicPr>
        <p:blipFill>
          <a:blip r:embed="rId2"/>
          <a:stretch/>
        </p:blipFill>
        <p:spPr>
          <a:xfrm>
            <a:off x="11510280" y="362880"/>
            <a:ext cx="542880" cy="77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6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6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Mastertitelformat bearbeiten</a:t>
            </a:r>
            <a:endParaRPr lang="de-DE" sz="6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Calibri"/>
                <a:ea typeface="Calibri"/>
              </a:rPr>
              <a:t>Mastertextformat bearbeiten</a:t>
            </a:r>
            <a:endParaRPr lang="de-DE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F3C38D-D982-4B47-BB71-8BB91562D4F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feld 8"/>
          <p:cNvSpPr/>
          <p:nvPr/>
        </p:nvSpPr>
        <p:spPr>
          <a:xfrm>
            <a:off x="63360" y="6642000"/>
            <a:ext cx="13838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000" b="0" u="none" strike="noStrike">
                <a:solidFill>
                  <a:srgbClr val="FFC000">
                    <a:alpha val="50000"/>
                  </a:srgbClr>
                </a:solidFill>
                <a:effectLst/>
                <a:uFillTx/>
                <a:latin typeface="Calibri"/>
              </a:rPr>
              <a:t>TLP gelb (Adressatenkreis)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Grafik 14"/>
          <p:cNvPicPr/>
          <p:nvPr/>
        </p:nvPicPr>
        <p:blipFill>
          <a:blip r:embed="rId2"/>
          <a:stretch/>
        </p:blipFill>
        <p:spPr>
          <a:xfrm>
            <a:off x="11510280" y="362880"/>
            <a:ext cx="542880" cy="77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4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4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Mastertitelformat bearbeiten</a:t>
            </a:r>
            <a:endParaRPr lang="de-DE" sz="44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09A71E-D8F5-43D2-820B-D8FAC2968D2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leic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feld 8"/>
          <p:cNvSpPr/>
          <p:nvPr/>
        </p:nvSpPr>
        <p:spPr>
          <a:xfrm>
            <a:off x="63360" y="6642000"/>
            <a:ext cx="13838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000" b="0" u="none" strike="noStrike">
                <a:solidFill>
                  <a:srgbClr val="FFC000">
                    <a:alpha val="50000"/>
                  </a:srgbClr>
                </a:solidFill>
                <a:effectLst/>
                <a:uFillTx/>
                <a:latin typeface="Calibri"/>
              </a:rPr>
              <a:t>TLP gelb (Adressatenkreis)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Grafik 14"/>
          <p:cNvPicPr/>
          <p:nvPr/>
        </p:nvPicPr>
        <p:blipFill>
          <a:blip r:embed="rId2"/>
          <a:stretch/>
        </p:blipFill>
        <p:spPr>
          <a:xfrm>
            <a:off x="11510280" y="362880"/>
            <a:ext cx="542880" cy="77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4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4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Mastertitelformat bearbeiten</a:t>
            </a:r>
            <a:endParaRPr lang="de-DE" sz="44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D5310E-B037-42C2-B358-CA855E667A0C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feld 8"/>
          <p:cNvSpPr/>
          <p:nvPr/>
        </p:nvSpPr>
        <p:spPr>
          <a:xfrm>
            <a:off x="63360" y="6642000"/>
            <a:ext cx="13838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000" b="0" u="none" strike="noStrike">
                <a:solidFill>
                  <a:srgbClr val="FFC000">
                    <a:alpha val="50000"/>
                  </a:srgbClr>
                </a:solidFill>
                <a:effectLst/>
                <a:uFillTx/>
                <a:latin typeface="Calibri"/>
              </a:rPr>
              <a:t>TLP gelb (Adressatenkreis)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Grafik 14"/>
          <p:cNvPicPr/>
          <p:nvPr/>
        </p:nvPicPr>
        <p:blipFill>
          <a:blip r:embed="rId2"/>
          <a:stretch/>
        </p:blipFill>
        <p:spPr>
          <a:xfrm>
            <a:off x="11510280" y="362880"/>
            <a:ext cx="542880" cy="77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4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4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Mastertitelformat bearbeiten</a:t>
            </a:r>
            <a:endParaRPr lang="de-DE" sz="44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2FC540-CFDD-4E32-8B5F-04D997DDCE0F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feld 8"/>
          <p:cNvSpPr/>
          <p:nvPr/>
        </p:nvSpPr>
        <p:spPr>
          <a:xfrm>
            <a:off x="63360" y="6642000"/>
            <a:ext cx="13838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000" b="0" u="none" strike="noStrike">
                <a:solidFill>
                  <a:srgbClr val="FFC000">
                    <a:alpha val="50000"/>
                  </a:srgbClr>
                </a:solidFill>
                <a:effectLst/>
                <a:uFillTx/>
                <a:latin typeface="Calibri"/>
              </a:rPr>
              <a:t>TLP gelb (Adressatenkreis)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Grafik 14"/>
          <p:cNvPicPr/>
          <p:nvPr/>
        </p:nvPicPr>
        <p:blipFill>
          <a:blip r:embed="rId2"/>
          <a:stretch/>
        </p:blipFill>
        <p:spPr>
          <a:xfrm>
            <a:off x="11510280" y="362880"/>
            <a:ext cx="542880" cy="77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0003F5-C2E1-42AE-9203-B966A65C3B27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feld 8"/>
          <p:cNvSpPr/>
          <p:nvPr/>
        </p:nvSpPr>
        <p:spPr>
          <a:xfrm>
            <a:off x="63360" y="6642000"/>
            <a:ext cx="13838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000" b="0" u="none" strike="noStrike">
                <a:solidFill>
                  <a:srgbClr val="FFC000">
                    <a:alpha val="50000"/>
                  </a:srgbClr>
                </a:solidFill>
                <a:effectLst/>
                <a:uFillTx/>
                <a:latin typeface="Calibri"/>
              </a:rPr>
              <a:t>TLP gelb (Adressatenkreis)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Grafik 14"/>
          <p:cNvPicPr/>
          <p:nvPr/>
        </p:nvPicPr>
        <p:blipFill>
          <a:blip r:embed="rId2"/>
          <a:stretch/>
        </p:blipFill>
        <p:spPr>
          <a:xfrm>
            <a:off x="11510280" y="362880"/>
            <a:ext cx="542880" cy="77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Mastertitelformat bearbeiten</a:t>
            </a:r>
            <a:endParaRPr lang="de-DE" sz="32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Mastertextformat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Zweite Ebene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Dritte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Vierte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Fünfte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Mastertextformat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5A22A5-8DD1-4C8F-A169-FC53213DD7EA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feld 8"/>
          <p:cNvSpPr/>
          <p:nvPr/>
        </p:nvSpPr>
        <p:spPr>
          <a:xfrm>
            <a:off x="63360" y="6642000"/>
            <a:ext cx="13838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000" b="0" u="none" strike="noStrike">
                <a:solidFill>
                  <a:srgbClr val="FFC000">
                    <a:alpha val="50000"/>
                  </a:srgbClr>
                </a:solidFill>
                <a:effectLst/>
                <a:uFillTx/>
                <a:latin typeface="Calibri"/>
              </a:rPr>
              <a:t>TLP gelb (Adressatenkreis)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Grafik 14"/>
          <p:cNvPicPr/>
          <p:nvPr/>
        </p:nvPicPr>
        <p:blipFill>
          <a:blip r:embed="rId2"/>
          <a:stretch/>
        </p:blipFill>
        <p:spPr>
          <a:xfrm>
            <a:off x="11510280" y="362880"/>
            <a:ext cx="542880" cy="77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Mastertitelformat bearbeiten</a:t>
            </a:r>
            <a:endParaRPr lang="de-DE" sz="32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Bild durch Klicken auf Symbol hinzufügen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Mastertextformat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D25DAA-C804-4031-ADB2-846A33A37163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ConTextractors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Today: Manual Extraction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Taxonomy + LLM Pipeline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Contract Taxonomy (4 Levels)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AI vs. Human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Multi-LLM Verification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Roadmap: Manual → Automated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are the ConTextractors.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5895299445B8C4DB378BBB718B1F939" ma:contentTypeVersion="18" ma:contentTypeDescription="Ein neues Dokument erstellen." ma:contentTypeScope="" ma:versionID="ca18c32604eb9eb075bdd5b520f76d7f">
  <xsd:schema xmlns:xsd="http://www.w3.org/2001/XMLSchema" xmlns:xs="http://www.w3.org/2001/XMLSchema" xmlns:p="http://schemas.microsoft.com/office/2006/metadata/properties" xmlns:ns2="b106c448-c3d1-41cc-8fd9-3acb307364b4" xmlns:ns3="b043894e-b4c8-44d0-9690-d7947297ac19" targetNamespace="http://schemas.microsoft.com/office/2006/metadata/properties" ma:root="true" ma:fieldsID="0e0a0918b2fa3636e306fde1bc5c258b" ns2:_="" ns3:_="">
    <xsd:import namespace="b106c448-c3d1-41cc-8fd9-3acb307364b4"/>
    <xsd:import namespace="b043894e-b4c8-44d0-9690-d7947297ac1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Copyrigh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06c448-c3d1-41cc-8fd9-3acb307364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f80f6d38-43b1-4def-ac06-3ce7426a3a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pyright" ma:index="23" nillable="true" ma:displayName="Copyright" ma:description="Quellenangabe" ma:format="Dropdown" ma:internalName="Copyright">
      <xsd:simpleType>
        <xsd:restriction base="dms:Text">
          <xsd:maxLength value="255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43894e-b4c8-44d0-9690-d7947297ac1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hidden="true" ma:internalName="SharedWithDetails" ma:readOnly="true">
      <xsd:simpleType>
        <xsd:restriction base="dms:Note"/>
      </xsd:simpleType>
    </xsd:element>
    <xsd:element name="TaxCatchAll" ma:index="14" nillable="true" ma:displayName="Taxonomy Catch All Column" ma:hidden="true" ma:list="{d38ad991-424d-4a22-91ec-88ad21543f30}" ma:internalName="TaxCatchAll" ma:readOnly="false" ma:showField="CatchAllData" ma:web="b043894e-b4c8-44d0-9690-d7947297ac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Inhaltstyp"/>
        <xsd:element ref="dc:title" minOccurs="0" maxOccurs="1" ma:index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pyright xmlns="b106c448-c3d1-41cc-8fd9-3acb307364b4" xsi:nil="true"/>
    <lcf76f155ced4ddcb4097134ff3c332f xmlns="b106c448-c3d1-41cc-8fd9-3acb307364b4">
      <Terms xmlns="http://schemas.microsoft.com/office/infopath/2007/PartnerControls"/>
    </lcf76f155ced4ddcb4097134ff3c332f>
    <TaxCatchAll xmlns="b043894e-b4c8-44d0-9690-d7947297ac19" xsi:nil="true"/>
  </documentManagement>
</p:properties>
</file>

<file path=customXml/itemProps1.xml><?xml version="1.0" encoding="utf-8"?>
<ds:datastoreItem xmlns:ds="http://schemas.openxmlformats.org/officeDocument/2006/customXml" ds:itemID="{47CF5FD6-43E2-4C9A-9372-C9D60EE1772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ED3A9D-D1E4-45EA-8B49-CB6F60C2A9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06c448-c3d1-41cc-8fd9-3acb307364b4"/>
    <ds:schemaRef ds:uri="b043894e-b4c8-44d0-9690-d7947297ac1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6D2420F-AFAE-4394-AC5D-D74FCC39CD53}">
  <ds:schemaRefs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b043894e-b4c8-44d0-9690-d7947297ac19"/>
    <ds:schemaRef ds:uri="http://schemas.microsoft.com/office/2006/documentManagement/types"/>
    <ds:schemaRef ds:uri="b106c448-c3d1-41cc-8fd9-3acb307364b4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0cda0c22-3e77-43b9-8faf-0bad2baf7893}" enabled="1" method="Standard" siteId="{085c0b65-6a84-4006-851e-5faa7ec5367e}" contentBits="2" removed="0"/>
  <clbl:label id="{3dac9f92-1d4e-4aae-b975-a9900684008d}" enabled="1" method="Standard" siteId="{a1a72d9c-49e6-4f6d-9af6-5aafa1183bf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LibreOffice/26.2.4.2$MacOSX_AARCH64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2026-05-27T09:43:04Z</dcterms:created>
  <dc:creator>Kutschker Madeleine (BCC.IN)</dc:creator>
  <dc:description/>
  <dc:language>en-US</dc:language>
  <cp:lastModifiedBy>Hilmar Jan (BCC.IN)</cp:lastModifiedBy>
  <dcterms:modified xsi:type="dcterms:W3CDTF">2026-05-29T08:20:05Z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Office:9</vt:lpwstr>
  </property>
  <property fmtid="{D5CDD505-2E9C-101B-9397-08002B2CF9AE}" pid="3" name="ClassificationContentMarkingFooterText">
    <vt:lpwstr>TLP gelb (Adressatenkreis)</vt:lpwstr>
  </property>
  <property fmtid="{D5CDD505-2E9C-101B-9397-08002B2CF9AE}" pid="4" name="ClassificationContentMarkingHeaderLocations">
    <vt:lpwstr>Office:9</vt:lpwstr>
  </property>
  <property fmtid="{D5CDD505-2E9C-101B-9397-08002B2CF9AE}" pid="5" name="ClassificationContentMarkingHeaderText">
    <vt:lpwstr>          DB Intern / DB internal</vt:lpwstr>
  </property>
  <property fmtid="{D5CDD505-2E9C-101B-9397-08002B2CF9AE}" pid="6" name="ContentTypeId">
    <vt:lpwstr>0x010100C5895299445B8C4DB378BBB718B1F939</vt:lpwstr>
  </property>
  <property fmtid="{D5CDD505-2E9C-101B-9397-08002B2CF9AE}" pid="7" name="MSIP_Label_3dac9f92-1d4e-4aae-b975-a9900684008d_ActionId">
    <vt:lpwstr>bb24dd71-d472-4ddc-9b15-9c5081759944</vt:lpwstr>
  </property>
  <property fmtid="{D5CDD505-2E9C-101B-9397-08002B2CF9AE}" pid="8" name="MSIP_Label_3dac9f92-1d4e-4aae-b975-a9900684008d_ContentBits">
    <vt:lpwstr>1</vt:lpwstr>
  </property>
  <property fmtid="{D5CDD505-2E9C-101B-9397-08002B2CF9AE}" pid="9" name="MSIP_Label_3dac9f92-1d4e-4aae-b975-a9900684008d_Enabled">
    <vt:lpwstr>true</vt:lpwstr>
  </property>
  <property fmtid="{D5CDD505-2E9C-101B-9397-08002B2CF9AE}" pid="10" name="MSIP_Label_3dac9f92-1d4e-4aae-b975-a9900684008d_Method">
    <vt:lpwstr>Standard</vt:lpwstr>
  </property>
  <property fmtid="{D5CDD505-2E9C-101B-9397-08002B2CF9AE}" pid="11" name="MSIP_Label_3dac9f92-1d4e-4aae-b975-a9900684008d_Name">
    <vt:lpwstr>DB Intern</vt:lpwstr>
  </property>
  <property fmtid="{D5CDD505-2E9C-101B-9397-08002B2CF9AE}" pid="12" name="MSIP_Label_3dac9f92-1d4e-4aae-b975-a9900684008d_SetDate">
    <vt:lpwstr>2025-06-16T07:21:58Z</vt:lpwstr>
  </property>
  <property fmtid="{D5CDD505-2E9C-101B-9397-08002B2CF9AE}" pid="13" name="MSIP_Label_3dac9f92-1d4e-4aae-b975-a9900684008d_SiteId">
    <vt:lpwstr>a1a72d9c-49e6-4f6d-9af6-5aafa1183bfd</vt:lpwstr>
  </property>
  <property fmtid="{D5CDD505-2E9C-101B-9397-08002B2CF9AE}" pid="14" name="PresentationFormat">
    <vt:lpwstr>Breitbild</vt:lpwstr>
  </property>
  <property fmtid="{D5CDD505-2E9C-101B-9397-08002B2CF9AE}" pid="15" name="Slides">
    <vt:r8>2</vt:r8>
  </property>
</Properties>
</file>