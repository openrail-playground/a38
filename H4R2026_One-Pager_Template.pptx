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6" r:id="rId5"/>
  </p:sldIdLst>
  <p:sldSz cx="12192000" cy="6858000"/>
  <p:notesSz cx="6858000" cy="9144000"/>
  <p:custDataLst>
    <p:tags r:id="rId7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6F329B-6FB1-4198-A9A9-0EB5267E0341}" v="1" dt="2026-06-15T12:12:49.7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5266" autoAdjust="0"/>
    <p:restoredTop sz="94658"/>
  </p:normalViewPr>
  <p:slideViewPr>
    <p:cSldViewPr snapToGrid="0">
      <p:cViewPr varScale="1">
        <p:scale>
          <a:sx n="156" d="100"/>
          <a:sy n="156" d="100"/>
        </p:scale>
        <p:origin x="124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a Strauß" userId="f6f29a48-6f2c-4a8f-8032-86fa324097ce" providerId="ADAL" clId="{1A9E0513-0794-47E5-A203-391BD14DF4CB}"/>
    <pc:docChg chg="custSel mod modSld modMainMaster">
      <pc:chgData name="Julia Strauß" userId="f6f29a48-6f2c-4a8f-8032-86fa324097ce" providerId="ADAL" clId="{1A9E0513-0794-47E5-A203-391BD14DF4CB}" dt="2026-06-15T12:14:00.409" v="13"/>
      <pc:docMkLst>
        <pc:docMk/>
      </pc:docMkLst>
      <pc:sldChg chg="addSp modSp mod">
        <pc:chgData name="Julia Strauß" userId="f6f29a48-6f2c-4a8f-8032-86fa324097ce" providerId="ADAL" clId="{1A9E0513-0794-47E5-A203-391BD14DF4CB}" dt="2026-06-15T12:13:21.519" v="9" actId="1076"/>
        <pc:sldMkLst>
          <pc:docMk/>
          <pc:sldMk cId="364245132" sldId="256"/>
        </pc:sldMkLst>
        <pc:picChg chg="add mod">
          <ac:chgData name="Julia Strauß" userId="f6f29a48-6f2c-4a8f-8032-86fa324097ce" providerId="ADAL" clId="{1A9E0513-0794-47E5-A203-391BD14DF4CB}" dt="2026-06-15T12:13:21.519" v="9" actId="1076"/>
          <ac:picMkLst>
            <pc:docMk/>
            <pc:sldMk cId="364245132" sldId="256"/>
            <ac:picMk id="13" creationId="{6DEB11ED-37A1-BEF7-0C03-CF81E26AD89B}"/>
          </ac:picMkLst>
        </pc:picChg>
      </pc:sldChg>
      <pc:sldMasterChg chg="addSp delSp modSp mod">
        <pc:chgData name="Julia Strauß" userId="f6f29a48-6f2c-4a8f-8032-86fa324097ce" providerId="ADAL" clId="{1A9E0513-0794-47E5-A203-391BD14DF4CB}" dt="2026-06-15T12:14:00.409" v="13"/>
        <pc:sldMasterMkLst>
          <pc:docMk/>
          <pc:sldMasterMk cId="3598361025" sldId="2147483648"/>
        </pc:sldMasterMkLst>
        <pc:spChg chg="del">
          <ac:chgData name="Julia Strauß" userId="f6f29a48-6f2c-4a8f-8032-86fa324097ce" providerId="ADAL" clId="{1A9E0513-0794-47E5-A203-391BD14DF4CB}" dt="2026-06-15T12:14:00.407" v="11" actId="478"/>
          <ac:spMkLst>
            <pc:docMk/>
            <pc:sldMasterMk cId="3598361025" sldId="2147483648"/>
            <ac:spMk id="8" creationId="{42F2CAD9-BCF0-DE26-13CC-4419A02C3CA4}"/>
          </ac:spMkLst>
        </pc:spChg>
        <pc:spChg chg="add del mod">
          <ac:chgData name="Julia Strauß" userId="f6f29a48-6f2c-4a8f-8032-86fa324097ce" providerId="ADAL" clId="{1A9E0513-0794-47E5-A203-391BD14DF4CB}" dt="2026-06-15T12:14:00.409" v="13"/>
          <ac:spMkLst>
            <pc:docMk/>
            <pc:sldMasterMk cId="3598361025" sldId="2147483648"/>
            <ac:spMk id="9" creationId="{54784802-E54D-A45D-73B8-982723DDEBB4}"/>
          </ac:spMkLst>
        </pc:spChg>
      </pc:sldMasterChg>
    </pc:docChg>
  </pc:docChgLst>
  <pc:docChgLst>
    <pc:chgData name="Hilmar Jan (BCC.IN)" userId="3d531694-f5f7-458d-a767-31be3c1d0d71" providerId="ADAL" clId="{7DF8785B-5BDE-54DE-94DE-0511BA44113E}"/>
    <pc:docChg chg="mod modSld modMainMaster">
      <pc:chgData name="Hilmar Jan (BCC.IN)" userId="3d531694-f5f7-458d-a767-31be3c1d0d71" providerId="ADAL" clId="{7DF8785B-5BDE-54DE-94DE-0511BA44113E}" dt="2026-05-29T08:15:04.221" v="5" actId="33475"/>
      <pc:docMkLst>
        <pc:docMk/>
      </pc:docMkLst>
      <pc:sldChg chg="modSp mod">
        <pc:chgData name="Hilmar Jan (BCC.IN)" userId="3d531694-f5f7-458d-a767-31be3c1d0d71" providerId="ADAL" clId="{7DF8785B-5BDE-54DE-94DE-0511BA44113E}" dt="2026-05-29T08:14:59.171" v="3" actId="20577"/>
        <pc:sldMkLst>
          <pc:docMk/>
          <pc:sldMk cId="364245132" sldId="256"/>
        </pc:sldMkLst>
        <pc:spChg chg="mod">
          <ac:chgData name="Hilmar Jan (BCC.IN)" userId="3d531694-f5f7-458d-a767-31be3c1d0d71" providerId="ADAL" clId="{7DF8785B-5BDE-54DE-94DE-0511BA44113E}" dt="2026-05-29T08:14:54.581" v="1" actId="20577"/>
          <ac:spMkLst>
            <pc:docMk/>
            <pc:sldMk cId="364245132" sldId="256"/>
            <ac:spMk id="9" creationId="{07E9273A-8236-63DB-665B-1E2FAD11F049}"/>
          </ac:spMkLst>
        </pc:spChg>
        <pc:spChg chg="mod">
          <ac:chgData name="Hilmar Jan (BCC.IN)" userId="3d531694-f5f7-458d-a767-31be3c1d0d71" providerId="ADAL" clId="{7DF8785B-5BDE-54DE-94DE-0511BA44113E}" dt="2026-05-29T08:14:59.171" v="3" actId="20577"/>
          <ac:spMkLst>
            <pc:docMk/>
            <pc:sldMk cId="364245132" sldId="256"/>
            <ac:spMk id="12" creationId="{E577FF44-F008-0874-62AB-A7CA326BC4B2}"/>
          </ac:spMkLst>
        </pc:spChg>
      </pc:sldChg>
      <pc:sldMasterChg chg="addSp mod">
        <pc:chgData name="Hilmar Jan (BCC.IN)" userId="3d531694-f5f7-458d-a767-31be3c1d0d71" providerId="ADAL" clId="{7DF8785B-5BDE-54DE-94DE-0511BA44113E}" dt="2026-05-29T08:15:04.219" v="4" actId="33475"/>
        <pc:sldMasterMkLst>
          <pc:docMk/>
          <pc:sldMasterMk cId="3598361025" sldId="2147483648"/>
        </pc:sldMasterMkLst>
        <pc:spChg chg="add">
          <ac:chgData name="Hilmar Jan (BCC.IN)" userId="3d531694-f5f7-458d-a767-31be3c1d0d71" providerId="ADAL" clId="{7DF8785B-5BDE-54DE-94DE-0511BA44113E}" dt="2026-05-29T08:15:04.219" v="4" actId="33475"/>
          <ac:spMkLst>
            <pc:docMk/>
            <pc:sldMasterMk cId="3598361025" sldId="2147483648"/>
            <ac:spMk id="8" creationId="{42F2CAD9-BCF0-DE26-13CC-4419A02C3CA4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BBF98B-ED01-4401-A245-C1528BA4C842}" type="datetimeFigureOut">
              <a:rPr lang="de-CH" smtClean="0"/>
              <a:t>15.06.2026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E73B2E-6B19-4D64-90A8-CB400FD349A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80461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73B2E-6B19-4D64-90A8-CB400FD349A8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09094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0904D9-69FE-0650-558F-57630543DF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8AC67BA-B171-F6FA-A39A-D9D42699E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C656F9-743F-454F-417C-163CFE325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35989-0A77-4590-B76E-6DD835C97D8E}" type="datetimeFigureOut">
              <a:rPr lang="fr-CH" smtClean="0"/>
              <a:t>15.06.2026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233B4B0-8F7B-8D1A-BE0C-EA9EC1E97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11D30A-638B-E50E-BBDC-867802298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B7E0C-C11C-4347-98CD-6EEC0772B3E0}" type="slidenum">
              <a:rPr lang="fr-CH" smtClean="0"/>
              <a:t>‹Nr.›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92862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CC71ED-7EE0-824E-24AC-1BF270B15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F09E07-6728-1FCD-B93C-CEAE61059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E92AF3-6CA9-2092-1B83-6F45F72C2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35989-0A77-4590-B76E-6DD835C97D8E}" type="datetimeFigureOut">
              <a:rPr lang="fr-CH" smtClean="0"/>
              <a:t>15.06.2026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E6AF9B4-6FBE-9688-9669-4331B510B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D183CFA-9B79-26B1-5672-5472F1B97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B7E0C-C11C-4347-98CD-6EEC0772B3E0}" type="slidenum">
              <a:rPr lang="fr-CH" smtClean="0"/>
              <a:t>‹Nr.›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740228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02FEB3-5D1D-711C-A661-155A6D83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3D8DF4B-AB4F-FCF4-117F-02FDA1981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52ADDA5-488D-FF70-AA3D-00E7DE2D0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35989-0A77-4590-B76E-6DD835C97D8E}" type="datetimeFigureOut">
              <a:rPr lang="fr-CH" smtClean="0"/>
              <a:t>15.06.2026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702EFD-9915-36E6-2748-DBB1A6638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2C789E-49E1-4D42-E266-9EFD3892F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B7E0C-C11C-4347-98CD-6EEC0772B3E0}" type="slidenum">
              <a:rPr lang="fr-CH" smtClean="0"/>
              <a:t>‹Nr.›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052223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269771-F8C9-3177-2C50-3BC3B53FF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B30E1D-F11E-A0DA-8CDE-1B5FFD3128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E57AB68-FD2A-BD8F-2659-8B93B305A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47A67F5-4920-C787-BFF9-1F357C63E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35989-0A77-4590-B76E-6DD835C97D8E}" type="datetimeFigureOut">
              <a:rPr lang="fr-CH" smtClean="0"/>
              <a:t>15.06.2026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B8BABF3-B6BA-DAA3-6C2C-D74769606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3992A4A-241F-1AE7-C306-7AA0B5244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B7E0C-C11C-4347-98CD-6EEC0772B3E0}" type="slidenum">
              <a:rPr lang="fr-CH" smtClean="0"/>
              <a:t>‹Nr.›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43422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4E8CD0-7ABE-B8B4-1F97-990B4443F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DF5A9B1-F05F-C785-D36A-6935D24F3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C01B8E6-711E-E773-E968-D6ABBDD07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DC2650F-DA1A-2258-D691-D6F5F7F189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BE11EFF-0F83-8B3E-325E-9C1FFB1FF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7D14A6D-2E33-DDF6-46B4-C99F498E0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35989-0A77-4590-B76E-6DD835C97D8E}" type="datetimeFigureOut">
              <a:rPr lang="fr-CH" smtClean="0"/>
              <a:t>15.06.2026</a:t>
            </a:fld>
            <a:endParaRPr lang="fr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7CE6E47-D8C7-BF0E-B9CB-66E0DAE09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80C6BF1-E43B-2FC5-8B4D-7EFDE5B22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B7E0C-C11C-4347-98CD-6EEC0772B3E0}" type="slidenum">
              <a:rPr lang="fr-CH" smtClean="0"/>
              <a:t>‹Nr.›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12584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131487-5426-F425-66E1-4C8B76A5E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8FB1AC0-0350-DCA6-75E1-CEB1C45A5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35989-0A77-4590-B76E-6DD835C97D8E}" type="datetimeFigureOut">
              <a:rPr lang="fr-CH" smtClean="0"/>
              <a:t>15.06.2026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76E143B-F86F-CFFD-3EFF-7E8998BF9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6133CD9-CB51-2CFB-C4FC-CBAFC82BE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B7E0C-C11C-4347-98CD-6EEC0772B3E0}" type="slidenum">
              <a:rPr lang="fr-CH" smtClean="0"/>
              <a:t>‹Nr.›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990179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8C5C22A-4921-DA64-5D46-4799E3810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35989-0A77-4590-B76E-6DD835C97D8E}" type="datetimeFigureOut">
              <a:rPr lang="fr-CH" smtClean="0"/>
              <a:t>15.06.2026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D16073B-1E76-DEF3-2B9A-E50307BC2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04D690C-BDF7-5843-6EB9-F477CE26C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B7E0C-C11C-4347-98CD-6EEC0772B3E0}" type="slidenum">
              <a:rPr lang="fr-CH" smtClean="0"/>
              <a:t>‹Nr.›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90205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F97DFF-1FE7-85A3-C683-86018AD0B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B4D3005-FDF7-B340-3449-4F11F9052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17823EE-158D-5C11-FEB8-0D16264295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AC5D827-4C7B-DC65-FD58-C834F11A8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35989-0A77-4590-B76E-6DD835C97D8E}" type="datetimeFigureOut">
              <a:rPr lang="fr-CH" smtClean="0"/>
              <a:t>15.06.2026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F8D9800-BD3C-818C-E345-3FBB231C0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EDFD07D-1887-F288-544B-60F0952D7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B7E0C-C11C-4347-98CD-6EEC0772B3E0}" type="slidenum">
              <a:rPr lang="fr-CH" smtClean="0"/>
              <a:t>‹Nr.›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74010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3E6DBE-74DF-FECC-8613-62D5EFE15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A41A47B-C74D-8866-02D7-974FEC4AE8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84E0577-64B0-7635-CCE8-C78A3FBAF7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D2B27F5-B482-3125-6255-FE4C25474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35989-0A77-4590-B76E-6DD835C97D8E}" type="datetimeFigureOut">
              <a:rPr lang="fr-CH" smtClean="0"/>
              <a:t>15.06.2026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B33E09F-156E-CE5F-AA9D-3870A5E4F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5FC353D-005B-EB9E-0147-93AB6E5F2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B7E0C-C11C-4347-98CD-6EEC0772B3E0}" type="slidenum">
              <a:rPr lang="fr-CH" smtClean="0"/>
              <a:t>‹Nr.›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2843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B2DF94-2967-5CEC-49D7-CA0A70ADB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2A447B2-D787-D733-2AA7-27E6034872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451B223-7CE8-2C10-EB3B-921F9E6F6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35989-0A77-4590-B76E-6DD835C97D8E}" type="datetimeFigureOut">
              <a:rPr lang="fr-CH" smtClean="0"/>
              <a:t>15.06.2026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41368F-ADDC-CAB4-1105-CC65E185D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CB241DE-2E60-1F6E-62D7-BE374E1FF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B7E0C-C11C-4347-98CD-6EEC0772B3E0}" type="slidenum">
              <a:rPr lang="fr-CH" smtClean="0"/>
              <a:t>‹Nr.›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58252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4092794-DA0F-AD32-23DB-F4093FBDA8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FC8E618-19BA-E6E6-BAA4-1ADF458352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D810E45-8BF7-2466-0822-A405C22EC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35989-0A77-4590-B76E-6DD835C97D8E}" type="datetimeFigureOut">
              <a:rPr lang="fr-CH" smtClean="0"/>
              <a:t>15.06.2026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5164AB-2FC8-9D49-2F13-7AA32A063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A24F1B7-E829-D7BA-12AC-4891A92D7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B7E0C-C11C-4347-98CD-6EEC0772B3E0}" type="slidenum">
              <a:rPr lang="fr-CH" smtClean="0"/>
              <a:t>‹Nr.›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40256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F9F60BA-BB92-601A-9797-EC3175EEE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7A12A45-236A-DFF9-A941-D228B05E9E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4F6FA3-8ADD-D6AC-A531-D954C22061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635989-0A77-4590-B76E-6DD835C97D8E}" type="datetimeFigureOut">
              <a:rPr lang="fr-CH" smtClean="0"/>
              <a:t>15.06.2026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4556E2E-B1B0-96CC-1B80-5D8BB96E9B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13C640C-62C3-65BB-BCD8-2271627E9E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CB7E0C-C11C-4347-98CD-6EEC0772B3E0}" type="slidenum">
              <a:rPr lang="fr-CH" smtClean="0"/>
              <a:t>‹Nr.›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98361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4">
            <a:extLst>
              <a:ext uri="{FF2B5EF4-FFF2-40B4-BE49-F238E27FC236}">
                <a16:creationId xmlns:a16="http://schemas.microsoft.com/office/drawing/2014/main" id="{33779770-2F96-211B-428F-13900228F36F}"/>
              </a:ext>
            </a:extLst>
          </p:cNvPr>
          <p:cNvSpPr/>
          <p:nvPr/>
        </p:nvSpPr>
        <p:spPr>
          <a:xfrm>
            <a:off x="6249382" y="4182825"/>
            <a:ext cx="5609305" cy="1195894"/>
          </a:xfrm>
          <a:prstGeom prst="rect">
            <a:avLst/>
          </a:prstGeom>
          <a:solidFill>
            <a:schemeClr val="bg1"/>
          </a:solidFill>
          <a:ln w="6350" cmpd="sng">
            <a:solidFill>
              <a:schemeClr val="tx2"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GB" sz="800" b="1" dirty="0">
                <a:solidFill>
                  <a:schemeClr val="tx2"/>
                </a:solidFill>
              </a:rPr>
              <a:t>Previous Attempts at Solutions</a:t>
            </a:r>
          </a:p>
          <a:p>
            <a:endParaRPr lang="en-GB" sz="1000" dirty="0">
              <a:solidFill>
                <a:schemeClr val="tx2"/>
              </a:solidFill>
            </a:endParaRPr>
          </a:p>
          <a:p>
            <a:r>
              <a:rPr lang="en-GB" sz="1000" dirty="0">
                <a:solidFill>
                  <a:schemeClr val="tx2"/>
                </a:solidFill>
              </a:rPr>
              <a:t>[…]</a:t>
            </a:r>
          </a:p>
          <a:p>
            <a:endParaRPr lang="en-GB" sz="1000" b="1" dirty="0">
              <a:solidFill>
                <a:schemeClr val="tx2"/>
              </a:solidFill>
            </a:endParaRPr>
          </a:p>
          <a:p>
            <a:endParaRPr lang="en-GB" sz="1000" b="1" dirty="0">
              <a:solidFill>
                <a:schemeClr val="tx2"/>
              </a:solidFill>
            </a:endParaRPr>
          </a:p>
          <a:p>
            <a:endParaRPr lang="en-GB" sz="1000" b="1" dirty="0">
              <a:solidFill>
                <a:schemeClr val="tx2"/>
              </a:solidFill>
            </a:endParaRPr>
          </a:p>
          <a:p>
            <a:endParaRPr lang="en-GB" sz="1000" b="1" dirty="0">
              <a:solidFill>
                <a:schemeClr val="tx2"/>
              </a:solidFill>
            </a:endParaRPr>
          </a:p>
          <a:p>
            <a:endParaRPr lang="en-GB" sz="1000" b="1" dirty="0">
              <a:solidFill>
                <a:schemeClr val="tx2"/>
              </a:solidFill>
            </a:endParaRPr>
          </a:p>
          <a:p>
            <a:endParaRPr lang="en-GB" sz="1000" b="1" dirty="0">
              <a:solidFill>
                <a:schemeClr val="tx2"/>
              </a:solidFill>
            </a:endParaRPr>
          </a:p>
          <a:p>
            <a:endParaRPr lang="en-GB" sz="1000" b="1" dirty="0">
              <a:solidFill>
                <a:schemeClr val="tx2"/>
              </a:solidFill>
            </a:endParaRPr>
          </a:p>
        </p:txBody>
      </p:sp>
      <p:sp>
        <p:nvSpPr>
          <p:cNvPr id="5" name="Rechteck 8">
            <a:extLst>
              <a:ext uri="{FF2B5EF4-FFF2-40B4-BE49-F238E27FC236}">
                <a16:creationId xmlns:a16="http://schemas.microsoft.com/office/drawing/2014/main" id="{BA2AEDEC-B3EA-0D9F-3110-ABB668791597}"/>
              </a:ext>
            </a:extLst>
          </p:cNvPr>
          <p:cNvSpPr>
            <a:spLocks/>
          </p:cNvSpPr>
          <p:nvPr/>
        </p:nvSpPr>
        <p:spPr>
          <a:xfrm>
            <a:off x="331940" y="229690"/>
            <a:ext cx="10212053" cy="477054"/>
          </a:xfrm>
          <a:prstGeom prst="rect">
            <a:avLst/>
          </a:prstGeom>
          <a:solidFill>
            <a:srgbClr val="FFFFFF"/>
          </a:solidFill>
          <a:ln w="6350" cmpd="sng">
            <a:solidFill>
              <a:schemeClr val="tx2">
                <a:alpha val="50000"/>
              </a:schemeClr>
            </a:solidFill>
            <a:prstDash val="solid"/>
          </a:ln>
        </p:spPr>
        <p:txBody>
          <a:bodyPr wrap="square" lIns="91440" tIns="45720" rIns="91440" bIns="45720" anchor="t">
            <a:spAutoFit/>
          </a:bodyPr>
          <a:lstStyle/>
          <a:p>
            <a:pPr marL="0" lvl="1">
              <a:spcBef>
                <a:spcPts val="600"/>
              </a:spcBef>
            </a:pPr>
            <a:r>
              <a:rPr lang="en-GB" sz="800" b="1" dirty="0">
                <a:solidFill>
                  <a:schemeClr val="tx2"/>
                </a:solidFill>
              </a:rPr>
              <a:t>Challenge Title </a:t>
            </a:r>
          </a:p>
          <a:p>
            <a:pPr marL="0" lvl="1">
              <a:spcBef>
                <a:spcPts val="600"/>
              </a:spcBef>
            </a:pPr>
            <a:r>
              <a:rPr lang="en-GB" sz="1200" dirty="0">
                <a:solidFill>
                  <a:schemeClr val="tx2"/>
                </a:solidFill>
              </a:rPr>
              <a:t>[…]</a:t>
            </a:r>
          </a:p>
        </p:txBody>
      </p:sp>
      <p:sp>
        <p:nvSpPr>
          <p:cNvPr id="6" name="Rechteck 31">
            <a:extLst>
              <a:ext uri="{FF2B5EF4-FFF2-40B4-BE49-F238E27FC236}">
                <a16:creationId xmlns:a16="http://schemas.microsoft.com/office/drawing/2014/main" id="{47E09D1F-A098-F0E5-7980-5E5568199F79}"/>
              </a:ext>
            </a:extLst>
          </p:cNvPr>
          <p:cNvSpPr/>
          <p:nvPr/>
        </p:nvSpPr>
        <p:spPr>
          <a:xfrm>
            <a:off x="6245143" y="1458677"/>
            <a:ext cx="5613544" cy="2587893"/>
          </a:xfrm>
          <a:prstGeom prst="rect">
            <a:avLst/>
          </a:prstGeom>
          <a:solidFill>
            <a:schemeClr val="bg1"/>
          </a:solidFill>
          <a:ln w="6350" cmpd="sng">
            <a:solidFill>
              <a:schemeClr val="tx2"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GB" sz="800" b="1">
                <a:solidFill>
                  <a:schemeClr val="tx2"/>
                </a:solidFill>
              </a:rPr>
              <a:t>Desired Effect / Goal</a:t>
            </a:r>
          </a:p>
          <a:p>
            <a:endParaRPr lang="en-GB" sz="1000">
              <a:solidFill>
                <a:schemeClr val="tx2"/>
              </a:solidFill>
            </a:endParaRPr>
          </a:p>
          <a:p>
            <a:r>
              <a:rPr lang="en-GB" sz="1000">
                <a:solidFill>
                  <a:schemeClr val="tx2"/>
                </a:solidFill>
              </a:rPr>
              <a:t>[…]</a:t>
            </a:r>
          </a:p>
        </p:txBody>
      </p:sp>
      <p:sp>
        <p:nvSpPr>
          <p:cNvPr id="7" name="Rechteck 33">
            <a:extLst>
              <a:ext uri="{FF2B5EF4-FFF2-40B4-BE49-F238E27FC236}">
                <a16:creationId xmlns:a16="http://schemas.microsoft.com/office/drawing/2014/main" id="{EE4FDCD5-6FD8-F61C-6EE8-1FF4B1D9596D}"/>
              </a:ext>
            </a:extLst>
          </p:cNvPr>
          <p:cNvSpPr/>
          <p:nvPr/>
        </p:nvSpPr>
        <p:spPr>
          <a:xfrm>
            <a:off x="330568" y="5514974"/>
            <a:ext cx="5760254" cy="990601"/>
          </a:xfrm>
          <a:prstGeom prst="rect">
            <a:avLst/>
          </a:prstGeom>
          <a:solidFill>
            <a:schemeClr val="bg1"/>
          </a:solidFill>
          <a:ln w="6350" cmpd="sng">
            <a:solidFill>
              <a:schemeClr val="tx2"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GB" sz="800" b="1" dirty="0">
                <a:solidFill>
                  <a:schemeClr val="tx2"/>
                </a:solidFill>
              </a:rPr>
              <a:t>Tools and Data available</a:t>
            </a:r>
          </a:p>
          <a:p>
            <a:endParaRPr lang="en-GB" sz="1000" dirty="0">
              <a:solidFill>
                <a:srgbClr val="000000"/>
              </a:solidFill>
            </a:endParaRPr>
          </a:p>
          <a:p>
            <a:r>
              <a:rPr lang="en-GB" sz="1000" dirty="0">
                <a:solidFill>
                  <a:srgbClr val="000000"/>
                </a:solidFill>
              </a:rPr>
              <a:t>[…]</a:t>
            </a:r>
          </a:p>
          <a:p>
            <a:endParaRPr lang="en-GB" sz="1000" b="1" dirty="0">
              <a:solidFill>
                <a:schemeClr val="tx2"/>
              </a:solidFill>
            </a:endParaRPr>
          </a:p>
        </p:txBody>
      </p:sp>
      <p:sp>
        <p:nvSpPr>
          <p:cNvPr id="8" name="Rechteck 30">
            <a:extLst>
              <a:ext uri="{FF2B5EF4-FFF2-40B4-BE49-F238E27FC236}">
                <a16:creationId xmlns:a16="http://schemas.microsoft.com/office/drawing/2014/main" id="{ECEC7208-8369-5920-ED08-2C97722AF840}"/>
              </a:ext>
            </a:extLst>
          </p:cNvPr>
          <p:cNvSpPr/>
          <p:nvPr/>
        </p:nvSpPr>
        <p:spPr>
          <a:xfrm>
            <a:off x="330568" y="1462523"/>
            <a:ext cx="5760254" cy="3916196"/>
          </a:xfrm>
          <a:prstGeom prst="rect">
            <a:avLst/>
          </a:prstGeom>
          <a:solidFill>
            <a:schemeClr val="bg1"/>
          </a:solidFill>
          <a:ln w="6350" cmpd="sng">
            <a:solidFill>
              <a:schemeClr val="tx2"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GB" sz="800" b="1">
                <a:solidFill>
                  <a:schemeClr val="tx2"/>
                </a:solidFill>
              </a:rPr>
              <a:t>Description of the Challenge</a:t>
            </a:r>
            <a:endParaRPr lang="en-GB" sz="800" b="1">
              <a:solidFill>
                <a:srgbClr val="000000"/>
              </a:solidFill>
            </a:endParaRPr>
          </a:p>
          <a:p>
            <a:endParaRPr lang="en-GB" sz="1000">
              <a:solidFill>
                <a:srgbClr val="000000"/>
              </a:solidFill>
            </a:endParaRPr>
          </a:p>
          <a:p>
            <a:r>
              <a:rPr lang="en-GB" sz="1000">
                <a:solidFill>
                  <a:srgbClr val="000000"/>
                </a:solidFill>
              </a:rPr>
              <a:t>[…]</a:t>
            </a:r>
          </a:p>
        </p:txBody>
      </p:sp>
      <p:sp>
        <p:nvSpPr>
          <p:cNvPr id="9" name="Rechteck 22">
            <a:extLst>
              <a:ext uri="{FF2B5EF4-FFF2-40B4-BE49-F238E27FC236}">
                <a16:creationId xmlns:a16="http://schemas.microsoft.com/office/drawing/2014/main" id="{07E9273A-8236-63DB-665B-1E2FAD11F049}"/>
              </a:ext>
            </a:extLst>
          </p:cNvPr>
          <p:cNvSpPr>
            <a:spLocks/>
          </p:cNvSpPr>
          <p:nvPr/>
        </p:nvSpPr>
        <p:spPr>
          <a:xfrm>
            <a:off x="330568" y="848944"/>
            <a:ext cx="4304548" cy="477054"/>
          </a:xfrm>
          <a:prstGeom prst="rect">
            <a:avLst/>
          </a:prstGeom>
          <a:solidFill>
            <a:srgbClr val="FFFFFF"/>
          </a:solidFill>
          <a:ln w="6350" cmpd="sng">
            <a:solidFill>
              <a:schemeClr val="tx2">
                <a:alpha val="50000"/>
              </a:schemeClr>
            </a:solidFill>
            <a:prstDash val="solid"/>
          </a:ln>
        </p:spPr>
        <p:txBody>
          <a:bodyPr wrap="square" lIns="91440" tIns="45720" rIns="91440" bIns="45720" anchor="t">
            <a:spAutoFit/>
          </a:bodyPr>
          <a:lstStyle/>
          <a:p>
            <a:pPr marL="0" lvl="1" indent="0">
              <a:spcBef>
                <a:spcPts val="600"/>
              </a:spcBef>
              <a:buNone/>
            </a:pPr>
            <a:r>
              <a:rPr lang="en-GB" sz="800" b="1" dirty="0">
                <a:solidFill>
                  <a:schemeClr val="tx2"/>
                </a:solidFill>
              </a:rPr>
              <a:t>Challenge Owner</a:t>
            </a:r>
          </a:p>
          <a:p>
            <a:pPr marL="0" lvl="1">
              <a:spcBef>
                <a:spcPts val="600"/>
              </a:spcBef>
            </a:pPr>
            <a:r>
              <a:rPr lang="en-GB" sz="1200" dirty="0">
                <a:solidFill>
                  <a:schemeClr val="tx2"/>
                </a:solidFill>
              </a:rPr>
              <a:t>[name]</a:t>
            </a:r>
            <a:endParaRPr lang="en-GB" dirty="0"/>
          </a:p>
        </p:txBody>
      </p:sp>
      <p:sp>
        <p:nvSpPr>
          <p:cNvPr id="10" name="Rechteck 25">
            <a:extLst>
              <a:ext uri="{FF2B5EF4-FFF2-40B4-BE49-F238E27FC236}">
                <a16:creationId xmlns:a16="http://schemas.microsoft.com/office/drawing/2014/main" id="{B848F173-1166-D999-AC07-F7AD2EA5EC46}"/>
              </a:ext>
            </a:extLst>
          </p:cNvPr>
          <p:cNvSpPr/>
          <p:nvPr/>
        </p:nvSpPr>
        <p:spPr>
          <a:xfrm>
            <a:off x="10692616" y="842999"/>
            <a:ext cx="1166071" cy="477054"/>
          </a:xfrm>
          <a:prstGeom prst="rect">
            <a:avLst/>
          </a:prstGeom>
          <a:solidFill>
            <a:srgbClr val="FFFFFF">
              <a:alpha val="50000"/>
            </a:srgbClr>
          </a:solidFill>
          <a:ln w="6350" cmpd="sng">
            <a:solidFill>
              <a:schemeClr val="tx2">
                <a:alpha val="50000"/>
              </a:schemeClr>
            </a:solidFill>
            <a:prstDash val="solid"/>
          </a:ln>
        </p:spPr>
        <p:txBody>
          <a:bodyPr wrap="square" lIns="91440" tIns="45720" rIns="91440" bIns="45720" anchor="t">
            <a:spAutoFit/>
          </a:bodyPr>
          <a:lstStyle/>
          <a:p>
            <a:pPr marL="0" lvl="1" indent="0">
              <a:spcBef>
                <a:spcPts val="600"/>
              </a:spcBef>
              <a:buNone/>
            </a:pPr>
            <a:r>
              <a:rPr lang="en-GB" sz="800" b="1" dirty="0">
                <a:solidFill>
                  <a:schemeClr val="tx2"/>
                </a:solidFill>
              </a:rPr>
              <a:t>Theme</a:t>
            </a:r>
            <a:r>
              <a:rPr lang="en-GB" sz="800" b="1" dirty="0">
                <a:solidFill>
                  <a:srgbClr val="FF0000"/>
                </a:solidFill>
              </a:rPr>
              <a:t> </a:t>
            </a:r>
          </a:p>
          <a:p>
            <a:pPr marL="0" lvl="1">
              <a:spcBef>
                <a:spcPts val="600"/>
              </a:spcBef>
            </a:pPr>
            <a:r>
              <a:rPr lang="en-GB" sz="1200" dirty="0">
                <a:solidFill>
                  <a:schemeClr val="tx2"/>
                </a:solidFill>
              </a:rPr>
              <a:t>[Track X]</a:t>
            </a:r>
          </a:p>
        </p:txBody>
      </p:sp>
      <p:sp>
        <p:nvSpPr>
          <p:cNvPr id="11" name="Rechteck 25">
            <a:extLst>
              <a:ext uri="{FF2B5EF4-FFF2-40B4-BE49-F238E27FC236}">
                <a16:creationId xmlns:a16="http://schemas.microsoft.com/office/drawing/2014/main" id="{04542428-4E65-328F-EBD8-A144849FB736}"/>
              </a:ext>
            </a:extLst>
          </p:cNvPr>
          <p:cNvSpPr/>
          <p:nvPr/>
        </p:nvSpPr>
        <p:spPr>
          <a:xfrm>
            <a:off x="4783739" y="849207"/>
            <a:ext cx="1307083" cy="477054"/>
          </a:xfrm>
          <a:prstGeom prst="rect">
            <a:avLst/>
          </a:prstGeom>
          <a:solidFill>
            <a:srgbClr val="FFFFFF"/>
          </a:solidFill>
          <a:ln w="6350" cmpd="sng">
            <a:solidFill>
              <a:schemeClr val="tx2">
                <a:alpha val="50000"/>
              </a:schemeClr>
            </a:solidFill>
            <a:prstDash val="solid"/>
          </a:ln>
        </p:spPr>
        <p:txBody>
          <a:bodyPr wrap="square" lIns="91440" tIns="45720" rIns="91440" bIns="45720" anchor="t">
            <a:spAutoFit/>
          </a:bodyPr>
          <a:lstStyle/>
          <a:p>
            <a:pPr marL="0" lvl="1" indent="0">
              <a:spcBef>
                <a:spcPts val="600"/>
              </a:spcBef>
              <a:buNone/>
            </a:pPr>
            <a:r>
              <a:rPr lang="en-GB" sz="800" b="1" dirty="0">
                <a:solidFill>
                  <a:schemeClr val="tx2"/>
                </a:solidFill>
              </a:rPr>
              <a:t>Company </a:t>
            </a:r>
          </a:p>
          <a:p>
            <a:pPr marL="0" lvl="1">
              <a:spcBef>
                <a:spcPts val="600"/>
              </a:spcBef>
            </a:pPr>
            <a:r>
              <a:rPr lang="en-GB" sz="1200">
                <a:solidFill>
                  <a:schemeClr val="tx2"/>
                </a:solidFill>
              </a:rPr>
              <a:t>[…]</a:t>
            </a:r>
          </a:p>
        </p:txBody>
      </p:sp>
      <p:sp>
        <p:nvSpPr>
          <p:cNvPr id="12" name="Rechteck 22">
            <a:extLst>
              <a:ext uri="{FF2B5EF4-FFF2-40B4-BE49-F238E27FC236}">
                <a16:creationId xmlns:a16="http://schemas.microsoft.com/office/drawing/2014/main" id="{E577FF44-F008-0874-62AB-A7CA326BC4B2}"/>
              </a:ext>
            </a:extLst>
          </p:cNvPr>
          <p:cNvSpPr>
            <a:spLocks/>
          </p:cNvSpPr>
          <p:nvPr/>
        </p:nvSpPr>
        <p:spPr>
          <a:xfrm>
            <a:off x="6239445" y="842999"/>
            <a:ext cx="4304548" cy="477054"/>
          </a:xfrm>
          <a:prstGeom prst="rect">
            <a:avLst/>
          </a:prstGeom>
          <a:solidFill>
            <a:srgbClr val="FFFFFF"/>
          </a:solidFill>
          <a:ln w="6350" cmpd="sng">
            <a:solidFill>
              <a:schemeClr val="tx2">
                <a:alpha val="50000"/>
              </a:schemeClr>
            </a:solidFill>
            <a:prstDash val="solid"/>
          </a:ln>
        </p:spPr>
        <p:txBody>
          <a:bodyPr wrap="square" lIns="91440" tIns="45720" rIns="91440" bIns="45720" anchor="t">
            <a:spAutoFit/>
          </a:bodyPr>
          <a:lstStyle/>
          <a:p>
            <a:pPr marL="0" lvl="1">
              <a:spcBef>
                <a:spcPts val="600"/>
              </a:spcBef>
            </a:pPr>
            <a:r>
              <a:rPr lang="en-GB" sz="800" b="1" dirty="0">
                <a:solidFill>
                  <a:schemeClr val="tx2"/>
                </a:solidFill>
              </a:rPr>
              <a:t>Post-Hack Challenge Sponsor</a:t>
            </a:r>
          </a:p>
          <a:p>
            <a:pPr marL="0" lvl="1">
              <a:spcBef>
                <a:spcPts val="600"/>
              </a:spcBef>
            </a:pPr>
            <a:r>
              <a:rPr lang="en-GB" sz="1200" dirty="0">
                <a:solidFill>
                  <a:schemeClr val="tx2"/>
                </a:solidFill>
              </a:rPr>
              <a:t>[name]</a:t>
            </a:r>
          </a:p>
        </p:txBody>
      </p:sp>
      <p:sp>
        <p:nvSpPr>
          <p:cNvPr id="2" name="Rechteck 33">
            <a:extLst>
              <a:ext uri="{FF2B5EF4-FFF2-40B4-BE49-F238E27FC236}">
                <a16:creationId xmlns:a16="http://schemas.microsoft.com/office/drawing/2014/main" id="{96D6FBD2-E863-AE8B-E13F-4CF94A49349E}"/>
              </a:ext>
            </a:extLst>
          </p:cNvPr>
          <p:cNvSpPr/>
          <p:nvPr/>
        </p:nvSpPr>
        <p:spPr>
          <a:xfrm>
            <a:off x="6249381" y="5514973"/>
            <a:ext cx="5609305" cy="990601"/>
          </a:xfrm>
          <a:prstGeom prst="rect">
            <a:avLst/>
          </a:prstGeom>
          <a:solidFill>
            <a:schemeClr val="bg1"/>
          </a:solidFill>
          <a:ln w="6350" cmpd="sng">
            <a:solidFill>
              <a:schemeClr val="tx2"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US" sz="800" b="1" dirty="0">
                <a:solidFill>
                  <a:schemeClr val="tx2"/>
                </a:solidFill>
              </a:rPr>
              <a:t>Is your challenge suitable for the development as an Open Source project?</a:t>
            </a:r>
            <a:endParaRPr lang="en-GB" sz="1000" dirty="0">
              <a:solidFill>
                <a:srgbClr val="000000"/>
              </a:solidFill>
            </a:endParaRPr>
          </a:p>
          <a:p>
            <a:endParaRPr lang="en-GB" sz="1000" dirty="0">
              <a:solidFill>
                <a:srgbClr val="000000"/>
              </a:solidFill>
            </a:endParaRPr>
          </a:p>
          <a:p>
            <a:r>
              <a:rPr lang="en-GB" sz="1000" dirty="0">
                <a:solidFill>
                  <a:srgbClr val="000000"/>
                </a:solidFill>
              </a:rPr>
              <a:t>[    ]  </a:t>
            </a:r>
            <a:r>
              <a:rPr lang="en-US" sz="1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Yes, the challenge is already part of an Open </a:t>
            </a:r>
            <a:r>
              <a:rPr lang="en-US" sz="1000" dirty="0">
                <a:solidFill>
                  <a:srgbClr val="000000"/>
                </a:solidFill>
                <a:latin typeface="Calibri" panose="020F0502020204030204" pitchFamily="34" charset="0"/>
              </a:rPr>
              <a:t>S</a:t>
            </a:r>
            <a:r>
              <a:rPr lang="en-US" sz="1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ource project</a:t>
            </a:r>
          </a:p>
          <a:p>
            <a:r>
              <a:rPr lang="en-GB" sz="1000" dirty="0">
                <a:solidFill>
                  <a:srgbClr val="000000"/>
                </a:solidFill>
              </a:rPr>
              <a:t>[    ]  </a:t>
            </a:r>
            <a:r>
              <a:rPr lang="en-US" sz="1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Yes, the challenge can be developed as an Open </a:t>
            </a:r>
            <a:r>
              <a:rPr lang="en-US" sz="1000" dirty="0">
                <a:solidFill>
                  <a:srgbClr val="000000"/>
                </a:solidFill>
                <a:latin typeface="Calibri" panose="020F0502020204030204" pitchFamily="34" charset="0"/>
              </a:rPr>
              <a:t>S</a:t>
            </a:r>
            <a:r>
              <a:rPr lang="en-US" sz="1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ource project </a:t>
            </a:r>
          </a:p>
          <a:p>
            <a:r>
              <a:rPr lang="en-GB" sz="1000" dirty="0">
                <a:solidFill>
                  <a:srgbClr val="000000"/>
                </a:solidFill>
              </a:rPr>
              <a:t>[    ]  </a:t>
            </a:r>
            <a:r>
              <a:rPr lang="en-US" sz="1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 am unsure whether the challenge is suitable for Open </a:t>
            </a:r>
            <a:r>
              <a:rPr lang="en-US" sz="1000" dirty="0">
                <a:solidFill>
                  <a:srgbClr val="000000"/>
                </a:solidFill>
                <a:latin typeface="Calibri" panose="020F0502020204030204" pitchFamily="34" charset="0"/>
              </a:rPr>
              <a:t>S</a:t>
            </a:r>
            <a:r>
              <a:rPr lang="en-US" sz="1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ource </a:t>
            </a:r>
          </a:p>
          <a:p>
            <a:r>
              <a:rPr lang="en-GB" sz="1000" dirty="0">
                <a:solidFill>
                  <a:srgbClr val="000000"/>
                </a:solidFill>
              </a:rPr>
              <a:t>[    ]  </a:t>
            </a:r>
            <a:r>
              <a:rPr lang="en-US" sz="1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No, the challenge cannot be developed as an Open </a:t>
            </a:r>
            <a:r>
              <a:rPr lang="en-US" sz="1000" dirty="0">
                <a:solidFill>
                  <a:srgbClr val="000000"/>
                </a:solidFill>
                <a:latin typeface="Calibri" panose="020F0502020204030204" pitchFamily="34" charset="0"/>
              </a:rPr>
              <a:t>S</a:t>
            </a:r>
            <a:r>
              <a:rPr lang="en-US" sz="1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ource project </a:t>
            </a:r>
          </a:p>
          <a:p>
            <a:endParaRPr lang="en-GB" sz="1000" dirty="0">
              <a:solidFill>
                <a:srgbClr val="000000"/>
              </a:solidFill>
            </a:endParaRPr>
          </a:p>
          <a:p>
            <a:endParaRPr lang="en-GB" sz="1000" b="1" dirty="0">
              <a:solidFill>
                <a:schemeClr val="tx2"/>
              </a:solidFill>
            </a:endParaRPr>
          </a:p>
        </p:txBody>
      </p:sp>
      <p:pic>
        <p:nvPicPr>
          <p:cNvPr id="13" name="Grafik 12" descr="Ein Bild, das Schrift, rot, Grafiken, Screenshot enthält.&#10;&#10;KI-generierte Inhalte können fehlerhaft sein.">
            <a:extLst>
              <a:ext uri="{FF2B5EF4-FFF2-40B4-BE49-F238E27FC236}">
                <a16:creationId xmlns:a16="http://schemas.microsoft.com/office/drawing/2014/main" id="{6DEB11ED-37A1-BEF7-0C03-CF81E26AD8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7853" y="229690"/>
            <a:ext cx="1180833" cy="34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451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ASYMASTER" val="DB 16_9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043894e-b4c8-44d0-9690-d7947297ac19" xsi:nil="true"/>
    <lcf76f155ced4ddcb4097134ff3c332f xmlns="b106c448-c3d1-41cc-8fd9-3acb307364b4">
      <Terms xmlns="http://schemas.microsoft.com/office/infopath/2007/PartnerControls"/>
    </lcf76f155ced4ddcb4097134ff3c332f>
    <Copyright xmlns="b106c448-c3d1-41cc-8fd9-3acb307364b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5895299445B8C4DB378BBB718B1F939" ma:contentTypeVersion="17" ma:contentTypeDescription="Create a new document." ma:contentTypeScope="" ma:versionID="c6097e83c4ba955f7a115e3cc89bb166">
  <xsd:schema xmlns:xsd="http://www.w3.org/2001/XMLSchema" xmlns:xs="http://www.w3.org/2001/XMLSchema" xmlns:p="http://schemas.microsoft.com/office/2006/metadata/properties" xmlns:ns2="b106c448-c3d1-41cc-8fd9-3acb307364b4" xmlns:ns3="b043894e-b4c8-44d0-9690-d7947297ac19" targetNamespace="http://schemas.microsoft.com/office/2006/metadata/properties" ma:root="true" ma:fieldsID="ed4411f6319d75787a0dd8624e5be5e4" ns2:_="" ns3:_="">
    <xsd:import namespace="b106c448-c3d1-41cc-8fd9-3acb307364b4"/>
    <xsd:import namespace="b043894e-b4c8-44d0-9690-d7947297ac19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  <xsd:element ref="ns2:Copyrigh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06c448-c3d1-41cc-8fd9-3acb307364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80f6d38-43b1-4def-ac06-3ce7426a3a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opyright" ma:index="23" nillable="true" ma:displayName="Copyright" ma:description="Quellenangabe" ma:format="Dropdown" ma:internalName="Copyright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43894e-b4c8-44d0-9690-d7947297ac1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hidden="true" ma:internalName="SharedWithDetails" ma:readOnly="true">
      <xsd:simpleType>
        <xsd:restriction base="dms:Note"/>
      </xsd:simpleType>
    </xsd:element>
    <xsd:element name="TaxCatchAll" ma:index="14" nillable="true" ma:displayName="Taxonomy Catch All Column" ma:hidden="true" ma:list="{d38ad991-424d-4a22-91ec-88ad21543f30}" ma:internalName="TaxCatchAll" ma:readOnly="false" ma:showField="CatchAllData" ma:web="b043894e-b4c8-44d0-9690-d7947297ac1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9ED8EF0-9DDC-4A1E-B9EF-ABBDD09E6121}">
  <ds:schemaRefs>
    <ds:schemaRef ds:uri="http://purl.org/dc/dcmitype/"/>
    <ds:schemaRef ds:uri="b106c448-c3d1-41cc-8fd9-3acb307364b4"/>
    <ds:schemaRef ds:uri="http://purl.org/dc/terms/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b043894e-b4c8-44d0-9690-d7947297ac19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51E098CB-2EFD-41EA-A8CB-9040CEFAB4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106c448-c3d1-41cc-8fd9-3acb307364b4"/>
    <ds:schemaRef ds:uri="b043894e-b4c8-44d0-9690-d7947297ac1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666D16A-FDF3-4BA7-93B3-6B0158E83DD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cda0c22-3e77-43b9-8faf-0bad2baf7893}" enabled="1" method="Standard" siteId="{085c0b65-6a84-4006-851e-5faa7ec5367e}" contentBits="2" removed="0"/>
  <clbl:label id="{2cda5d11-f0ac-46b3-967d-af1b2e1bd01a}" enabled="0" method="" siteId="{2cda5d11-f0ac-46b3-967d-af1b2e1bd01a}" removed="1"/>
  <clbl:label id="{a1a72d9c-49e6-4f6d-9af6-5aafa1183bfd}" enabled="0" method="" siteId="{a1a72d9c-49e6-4f6d-9af6-5aafa1183bf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</Words>
  <Application>Microsoft Office PowerPoint</Application>
  <PresentationFormat>Breitbild</PresentationFormat>
  <Paragraphs>34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Thème Office</vt:lpstr>
      <vt:lpstr>PowerPoint-Präsentation</vt:lpstr>
    </vt:vector>
  </TitlesOfParts>
  <Company>SBB CFF FFS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Borel Julien (HR-SRT-YT1-TRAI)</dc:creator>
  <cp:lastModifiedBy>Julia Strauß</cp:lastModifiedBy>
  <cp:revision>8</cp:revision>
  <dcterms:created xsi:type="dcterms:W3CDTF">2025-01-31T09:42:01Z</dcterms:created>
  <dcterms:modified xsi:type="dcterms:W3CDTF">2026-06-15T12:14:04Z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0x010100C5895299445B8C4DB378BBB718B1F939</vt:lpwstr>
  </property>
  <property fmtid="{D5CDD505-2E9C-101B-9397-08002B2CF9AE}" pid="3" name="_dlc_DocIdItemGuid">
    <vt:lpwstr>5c40c693-61bc-41a5-8070-edac2b4ec70e</vt:lpwstr>
  </property>
  <property fmtid="{D5CDD505-2E9C-101B-9397-08002B2CF9AE}" pid="4" name="MediaServiceImageTags">
    <vt:lpwstr/>
  </property>
  <property fmtid="{D5CDD505-2E9C-101B-9397-08002B2CF9AE}" pid="5" name="ClassificationContentMarkingFooterLocations">
    <vt:lpwstr>Thème Office:8</vt:lpwstr>
  </property>
  <property fmtid="{D5CDD505-2E9C-101B-9397-08002B2CF9AE}" pid="6" name="ClassificationContentMarkingFooterText">
    <vt:lpwstr>TLP gelb (Adressatenkreis)</vt:lpwstr>
  </property>
  <property fmtid="{D5CDD505-2E9C-101B-9397-08002B2CF9AE}" pid="7" name="MSIP_Label_3dac9f92-1d4e-4aae-b975-a9900684008d_Enabled">
    <vt:lpwstr>true</vt:lpwstr>
  </property>
  <property fmtid="{D5CDD505-2E9C-101B-9397-08002B2CF9AE}" pid="8" name="MSIP_Label_3dac9f92-1d4e-4aae-b975-a9900684008d_SetDate">
    <vt:lpwstr>2026-06-15T12:13:00Z</vt:lpwstr>
  </property>
  <property fmtid="{D5CDD505-2E9C-101B-9397-08002B2CF9AE}" pid="9" name="MSIP_Label_3dac9f92-1d4e-4aae-b975-a9900684008d_Method">
    <vt:lpwstr>Standard</vt:lpwstr>
  </property>
  <property fmtid="{D5CDD505-2E9C-101B-9397-08002B2CF9AE}" pid="10" name="MSIP_Label_3dac9f92-1d4e-4aae-b975-a9900684008d_Name">
    <vt:lpwstr>DB Intern</vt:lpwstr>
  </property>
  <property fmtid="{D5CDD505-2E9C-101B-9397-08002B2CF9AE}" pid="11" name="MSIP_Label_3dac9f92-1d4e-4aae-b975-a9900684008d_SiteId">
    <vt:lpwstr>a1a72d9c-49e6-4f6d-9af6-5aafa1183bfd</vt:lpwstr>
  </property>
  <property fmtid="{D5CDD505-2E9C-101B-9397-08002B2CF9AE}" pid="12" name="MSIP_Label_3dac9f92-1d4e-4aae-b975-a9900684008d_ActionId">
    <vt:lpwstr>98a7ceb9-c4e7-4e92-a5c8-b4d56a99eed7</vt:lpwstr>
  </property>
  <property fmtid="{D5CDD505-2E9C-101B-9397-08002B2CF9AE}" pid="13" name="MSIP_Label_3dac9f92-1d4e-4aae-b975-a9900684008d_ContentBits">
    <vt:lpwstr>1</vt:lpwstr>
  </property>
  <property fmtid="{D5CDD505-2E9C-101B-9397-08002B2CF9AE}" pid="14" name="MSIP_Label_3dac9f92-1d4e-4aae-b975-a9900684008d_Tag">
    <vt:lpwstr>10, 3, 0, 1</vt:lpwstr>
  </property>
  <property fmtid="{D5CDD505-2E9C-101B-9397-08002B2CF9AE}" pid="15" name="ClassificationContentMarkingHeaderLocations">
    <vt:lpwstr>Thème Office:9</vt:lpwstr>
  </property>
  <property fmtid="{D5CDD505-2E9C-101B-9397-08002B2CF9AE}" pid="16" name="ClassificationContentMarkingHeaderText">
    <vt:lpwstr>          DB Intern / DB internal</vt:lpwstr>
  </property>
</Properties>
</file>